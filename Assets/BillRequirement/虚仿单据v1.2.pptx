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03: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24575,'9.000'1.000'0,"-1.000"1.000"0,1.000 0.000 0,-1.000 0.000 0,1.000 0.000 0,-1.000 1.000 0,0.000 1.000 0,0.000-1.000 0,12.000 8.000 0,0.000-1.000 0,28.000 15.000 0,88.000 62.000 0,38.000 46.000 0,-93.000-69.000 0,151.000 113.000 0,247.000 201.000 0,-416.000-321.000-1365,-42.000-39.000-5461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03: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24575,'10.000'5.000'0,"12.000"11.000"0,17.000 17.000 0,12.000 13.000 0,2.000 7.000 0,6.000 6.000 0,2.000 1.000 0,2.000 1.000 0,-7.000-6.000 0,-7.000-2.000 0,-2.000-1.000 0,-5.000-5.000 0,-4.000-9.000 0,-9.000-8.000 0,-10.000-2.000 0,-2.000-8.000 0,-5.000-6.000-8191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03: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24575,'9.000'1.000'0,"-1.000"1.000"0,1.000 0.000 0,-1.000 0.000 0,1.000 0.000 0,-1.000 1.000 0,0.000 1.000 0,0.000-1.000 0,12.000 8.000 0,0.000-1.000 0,28.000 15.000 0,88.000 62.000 0,38.000 46.000 0,-93.000-69.000 0,151.000 113.000 0,247.000 201.000 0,-416.000-321.000-1365,-42.000-39.000-5461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03: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24575,'10.000'5.000'0,"12.000"11.000"0,17.000 17.000 0,12.000 13.000 0,2.000 7.000 0,6.000 6.000 0,2.000 1.000 0,2.000 1.000 0,-7.000-6.000 0,-7.000-2.000 0,-2.000-1.000 0,-5.000-5.000 0,-4.000-9.000 0,-9.000-8.000 0,-10.000-2.000 0,-2.000-8.000 0,-5.000-6.000-8191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8: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0.000 0.000 24575,'0.000'0.000'-8191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8: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0.000 0.000 24575,'3.000'1.000'0,"-1.000"-1.000"0,1.000 1.000 0,-1.000 0.000 0,0.000 0.000 0,1.000 0.000 0,-1.000 0.000 0,0.000 0.000 0,1.000 0.000 0,-1.000 1.000 0,0.000-1.000 0,0.000 1.000 0,2.000 1.000 0,12.000 8.000 0,196.000 115.000 0,-182.000-107.000 0,0.000 3.000 0,-2.000 2.000 0,0.000 0.000 0,-2.000 2.000 0,0.000 1.000 0,22.000 31.000 0,1.000 0.000 0,-15.000-19.000 0,-15.000-16.000 0,1.000 0.000 0,1.000-1.000 0,44.000 35.000 0,-52.000-47.000 0,-1.000 0.000 0,-1.000 1.000 0,18.000 22.000 0,13.000 13.000 0,-37.000-43.000-97,0.000 0.000-1,-1.000 0.000 1,1.000 0.000-1,1.000 0.000 1,-1.000-1.000-1,0.000 0.000 1,1.000 0.000-1,-1.000-1.000 1,1.000 1.000-1,-1.000-1.000 1,1.000 0.000-1,0.000-1.000 0,6.000 1.000 1,11.000 0.000-6729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8: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0.000 1.000 24575,'25.000'33.000'0,"-10.000"-10.000"0,68.000 88.000 0,-4.000 4.000 0,103.000 202.000 0,-151.000-250.000 0,2.000-2.000 0,63.000 91.000 0,-90.000-147.000 0,8.000 9.000 0,0.000 1.000 0,16.000 32.000 0,0.000 3.000 0,-20.000-39.000 0,-1.000 2.000 0,12.000 27.000 0,-14.000-26.000-455,1.000 0.000 0,18.000 29.000 0,-17.000-32.000-6371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24575,'3.000'0.000'0,"9.000"3.000"0,13.000 6.000 0,13.000 7.000 0,8.000 9.000 0,13.000 11.000 0,15.000 7.000 0,13.000 6.000 0,-1.000 2.000 0,-5.000-3.000 0,-8.000-8.000 0,-10.000-5.000 0,-16.000-7.000 0,-8.000-6.000 0,-11.000-9.000-8191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24575,'7.000'1.000'0,"0.000"0.000"0,0.000 0.000 0,0.000 1.000 0,0.000 0.000 0,0.000 1.000 0,-1.000 0.000 0,1.000 0.000 0,-1.000 0.000 0,8.000 5.000 0,15.000 7.000 0,410.000 171.000 0,-220.000-95.000 0,-148.000-64.000-1365,-59.000-21.000-5461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24575,'3.000'0.000'0,"6.000"3.000"0,11.000 9.000 0,9.000 10.000 0,12.000 4.000 0,5.000 5.000 0,2.000 8.000 0,0.000 5.000 0,3.000 1.000 0,0.000-2.000 0,-6.000-6.000 0,-2.000-5.000 0,-6.000-4.000 0,-5.000-4.000 0,-4.000-6.000 0,-8.000-5.000-8191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3: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1.000 24575,'0.000'3.000'0,"7.000"13.000"0,14.000 17.000 0,9.000 14.000 0,12.000 7.000 0,8.000 11.000 0,15.000 17.000 0,6.000 9.000 0,10.000 6.000 0,-3.000 2.000 0,-2.000-6.000 0,-8.000-10.000 0,-9.000-14.000 0,-9.000-17.000 0,-15.000-15.000 0,-12.000-13.000-8191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5:37: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1.000 0.000 24575,'4.000'6.000'0,"1.000"-1.000"0,-2.000 0.000 0,1.000 1.000 0,0.000 0.000 0,4.000 11.000 0,3.000 5.000 0,278.000 552.000 0,-43.000-80.000 0,-215.000-435.000-112,-7.000-11.000-201,1.000-2.000 0,3.000 0.000-1,41.000 51.000 1,-58.000-84.000-6513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38276-902E-4748-B643-998425B9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B987D-5C84-45A9-A10F-179C691A1D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customXml" Target="../ink/ink4.xml"/><Relationship Id="rId7" Type="http://schemas.openxmlformats.org/officeDocument/2006/relationships/image" Target="../media/image4.png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customXml" Target="../ink/ink6.xml"/><Relationship Id="rId11" Type="http://schemas.openxmlformats.org/officeDocument/2006/relationships/image" Target="../media/image6.png"/><Relationship Id="rId10" Type="http://schemas.openxmlformats.org/officeDocument/2006/relationships/customXml" Target="../ink/ink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customXml" Target="../ink/ink10.xml"/><Relationship Id="rId7" Type="http://schemas.openxmlformats.org/officeDocument/2006/relationships/image" Target="../media/image4.png"/><Relationship Id="rId6" Type="http://schemas.openxmlformats.org/officeDocument/2006/relationships/customXml" Target="../ink/ink9.xml"/><Relationship Id="rId5" Type="http://schemas.openxmlformats.org/officeDocument/2006/relationships/image" Target="../media/image3.png"/><Relationship Id="rId4" Type="http://schemas.openxmlformats.org/officeDocument/2006/relationships/customXml" Target="../ink/ink8.xml"/><Relationship Id="rId3" Type="http://schemas.openxmlformats.org/officeDocument/2006/relationships/image" Target="../media/image2.png"/><Relationship Id="rId2" Type="http://schemas.openxmlformats.org/officeDocument/2006/relationships/customXml" Target="../ink/ink7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9.png"/><Relationship Id="rId13" Type="http://schemas.openxmlformats.org/officeDocument/2006/relationships/image" Target="../media/image7.png"/><Relationship Id="rId12" Type="http://schemas.openxmlformats.org/officeDocument/2006/relationships/customXml" Target="../ink/ink12.xml"/><Relationship Id="rId11" Type="http://schemas.openxmlformats.org/officeDocument/2006/relationships/image" Target="../media/image6.png"/><Relationship Id="rId10" Type="http://schemas.openxmlformats.org/officeDocument/2006/relationships/customXml" Target="../ink/ink1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16.xml"/><Relationship Id="rId7" Type="http://schemas.openxmlformats.org/officeDocument/2006/relationships/image" Target="../media/image6.png"/><Relationship Id="rId6" Type="http://schemas.openxmlformats.org/officeDocument/2006/relationships/customXml" Target="../ink/ink15.xml"/><Relationship Id="rId5" Type="http://schemas.openxmlformats.org/officeDocument/2006/relationships/image" Target="../media/image5.png"/><Relationship Id="rId4" Type="http://schemas.openxmlformats.org/officeDocument/2006/relationships/customXml" Target="../ink/ink14.xml"/><Relationship Id="rId3" Type="http://schemas.openxmlformats.org/officeDocument/2006/relationships/image" Target="../media/image4.png"/><Relationship Id="rId2" Type="http://schemas.openxmlformats.org/officeDocument/2006/relationships/customXml" Target="../ink/ink13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customXml" Target="../ink/ink1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21.xml"/><Relationship Id="rId7" Type="http://schemas.openxmlformats.org/officeDocument/2006/relationships/image" Target="../media/image6.png"/><Relationship Id="rId6" Type="http://schemas.openxmlformats.org/officeDocument/2006/relationships/customXml" Target="../ink/ink20.xml"/><Relationship Id="rId5" Type="http://schemas.openxmlformats.org/officeDocument/2006/relationships/image" Target="../media/image5.png"/><Relationship Id="rId4" Type="http://schemas.openxmlformats.org/officeDocument/2006/relationships/customXml" Target="../ink/ink19.xml"/><Relationship Id="rId3" Type="http://schemas.openxmlformats.org/officeDocument/2006/relationships/image" Target="../media/image4.png"/><Relationship Id="rId2" Type="http://schemas.openxmlformats.org/officeDocument/2006/relationships/customXml" Target="../ink/ink18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2.png"/><Relationship Id="rId11" Type="http://schemas.openxmlformats.org/officeDocument/2006/relationships/image" Target="../media/image10.png"/><Relationship Id="rId10" Type="http://schemas.openxmlformats.org/officeDocument/2006/relationships/customXml" Target="../ink/ink2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26.xml"/><Relationship Id="rId7" Type="http://schemas.openxmlformats.org/officeDocument/2006/relationships/image" Target="../media/image6.png"/><Relationship Id="rId6" Type="http://schemas.openxmlformats.org/officeDocument/2006/relationships/customXml" Target="../ink/ink25.xml"/><Relationship Id="rId5" Type="http://schemas.openxmlformats.org/officeDocument/2006/relationships/image" Target="../media/image5.png"/><Relationship Id="rId4" Type="http://schemas.openxmlformats.org/officeDocument/2006/relationships/customXml" Target="../ink/ink24.xml"/><Relationship Id="rId3" Type="http://schemas.openxmlformats.org/officeDocument/2006/relationships/image" Target="../media/image4.png"/><Relationship Id="rId2" Type="http://schemas.openxmlformats.org/officeDocument/2006/relationships/customXml" Target="../ink/ink23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2.png"/><Relationship Id="rId17" Type="http://schemas.openxmlformats.org/officeDocument/2006/relationships/image" Target="../media/image15.png"/><Relationship Id="rId16" Type="http://schemas.openxmlformats.org/officeDocument/2006/relationships/customXml" Target="../ink/ink30.xml"/><Relationship Id="rId15" Type="http://schemas.openxmlformats.org/officeDocument/2006/relationships/image" Target="../media/image14.png"/><Relationship Id="rId14" Type="http://schemas.openxmlformats.org/officeDocument/2006/relationships/customXml" Target="../ink/ink29.xml"/><Relationship Id="rId13" Type="http://schemas.openxmlformats.org/officeDocument/2006/relationships/image" Target="../media/image13.png"/><Relationship Id="rId12" Type="http://schemas.openxmlformats.org/officeDocument/2006/relationships/customXml" Target="../ink/ink28.xml"/><Relationship Id="rId11" Type="http://schemas.openxmlformats.org/officeDocument/2006/relationships/image" Target="../media/image10.png"/><Relationship Id="rId10" Type="http://schemas.openxmlformats.org/officeDocument/2006/relationships/customXml" Target="../ink/ink2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34.xml"/><Relationship Id="rId7" Type="http://schemas.openxmlformats.org/officeDocument/2006/relationships/image" Target="../media/image6.png"/><Relationship Id="rId6" Type="http://schemas.openxmlformats.org/officeDocument/2006/relationships/customXml" Target="../ink/ink33.xml"/><Relationship Id="rId5" Type="http://schemas.openxmlformats.org/officeDocument/2006/relationships/image" Target="../media/image5.png"/><Relationship Id="rId4" Type="http://schemas.openxmlformats.org/officeDocument/2006/relationships/customXml" Target="../ink/ink32.xml"/><Relationship Id="rId3" Type="http://schemas.openxmlformats.org/officeDocument/2006/relationships/image" Target="../media/image4.png"/><Relationship Id="rId2" Type="http://schemas.openxmlformats.org/officeDocument/2006/relationships/customXml" Target="../ink/ink3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6.png"/><Relationship Id="rId11" Type="http://schemas.openxmlformats.org/officeDocument/2006/relationships/image" Target="../media/image10.png"/><Relationship Id="rId10" Type="http://schemas.openxmlformats.org/officeDocument/2006/relationships/customXml" Target="../ink/ink35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39.xml"/><Relationship Id="rId7" Type="http://schemas.openxmlformats.org/officeDocument/2006/relationships/image" Target="../media/image6.png"/><Relationship Id="rId6" Type="http://schemas.openxmlformats.org/officeDocument/2006/relationships/customXml" Target="../ink/ink38.xml"/><Relationship Id="rId5" Type="http://schemas.openxmlformats.org/officeDocument/2006/relationships/image" Target="../media/image5.png"/><Relationship Id="rId4" Type="http://schemas.openxmlformats.org/officeDocument/2006/relationships/customXml" Target="../ink/ink37.xml"/><Relationship Id="rId3" Type="http://schemas.openxmlformats.org/officeDocument/2006/relationships/image" Target="../media/image4.png"/><Relationship Id="rId2" Type="http://schemas.openxmlformats.org/officeDocument/2006/relationships/customXml" Target="../ink/ink36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7.png"/><Relationship Id="rId11" Type="http://schemas.openxmlformats.org/officeDocument/2006/relationships/image" Target="../media/image10.png"/><Relationship Id="rId10" Type="http://schemas.openxmlformats.org/officeDocument/2006/relationships/customXml" Target="../ink/ink40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44.xml"/><Relationship Id="rId7" Type="http://schemas.openxmlformats.org/officeDocument/2006/relationships/image" Target="../media/image6.png"/><Relationship Id="rId6" Type="http://schemas.openxmlformats.org/officeDocument/2006/relationships/customXml" Target="../ink/ink43.xml"/><Relationship Id="rId5" Type="http://schemas.openxmlformats.org/officeDocument/2006/relationships/image" Target="../media/image5.png"/><Relationship Id="rId4" Type="http://schemas.openxmlformats.org/officeDocument/2006/relationships/customXml" Target="../ink/ink42.xml"/><Relationship Id="rId3" Type="http://schemas.openxmlformats.org/officeDocument/2006/relationships/image" Target="../media/image4.png"/><Relationship Id="rId2" Type="http://schemas.openxmlformats.org/officeDocument/2006/relationships/customXml" Target="../ink/ink4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8.png"/><Relationship Id="rId11" Type="http://schemas.openxmlformats.org/officeDocument/2006/relationships/image" Target="../media/image10.png"/><Relationship Id="rId10" Type="http://schemas.openxmlformats.org/officeDocument/2006/relationships/customXml" Target="../ink/ink45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49.xml"/><Relationship Id="rId7" Type="http://schemas.openxmlformats.org/officeDocument/2006/relationships/image" Target="../media/image6.png"/><Relationship Id="rId6" Type="http://schemas.openxmlformats.org/officeDocument/2006/relationships/customXml" Target="../ink/ink48.xml"/><Relationship Id="rId5" Type="http://schemas.openxmlformats.org/officeDocument/2006/relationships/image" Target="../media/image5.png"/><Relationship Id="rId4" Type="http://schemas.openxmlformats.org/officeDocument/2006/relationships/customXml" Target="../ink/ink47.xml"/><Relationship Id="rId3" Type="http://schemas.openxmlformats.org/officeDocument/2006/relationships/image" Target="../media/image4.png"/><Relationship Id="rId2" Type="http://schemas.openxmlformats.org/officeDocument/2006/relationships/customXml" Target="../ink/ink46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9.png"/><Relationship Id="rId11" Type="http://schemas.openxmlformats.org/officeDocument/2006/relationships/image" Target="../media/image10.png"/><Relationship Id="rId10" Type="http://schemas.openxmlformats.org/officeDocument/2006/relationships/customXml" Target="../ink/ink50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54.xml"/><Relationship Id="rId7" Type="http://schemas.openxmlformats.org/officeDocument/2006/relationships/image" Target="../media/image6.png"/><Relationship Id="rId6" Type="http://schemas.openxmlformats.org/officeDocument/2006/relationships/customXml" Target="../ink/ink53.xml"/><Relationship Id="rId5" Type="http://schemas.openxmlformats.org/officeDocument/2006/relationships/image" Target="../media/image5.png"/><Relationship Id="rId4" Type="http://schemas.openxmlformats.org/officeDocument/2006/relationships/customXml" Target="../ink/ink52.xml"/><Relationship Id="rId3" Type="http://schemas.openxmlformats.org/officeDocument/2006/relationships/image" Target="../media/image4.png"/><Relationship Id="rId2" Type="http://schemas.openxmlformats.org/officeDocument/2006/relationships/customXml" Target="../ink/ink5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9.png"/><Relationship Id="rId11" Type="http://schemas.openxmlformats.org/officeDocument/2006/relationships/image" Target="../media/image10.png"/><Relationship Id="rId10" Type="http://schemas.openxmlformats.org/officeDocument/2006/relationships/customXml" Target="../ink/ink55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59.xml"/><Relationship Id="rId7" Type="http://schemas.openxmlformats.org/officeDocument/2006/relationships/image" Target="../media/image6.png"/><Relationship Id="rId6" Type="http://schemas.openxmlformats.org/officeDocument/2006/relationships/customXml" Target="../ink/ink58.xml"/><Relationship Id="rId5" Type="http://schemas.openxmlformats.org/officeDocument/2006/relationships/image" Target="../media/image5.png"/><Relationship Id="rId4" Type="http://schemas.openxmlformats.org/officeDocument/2006/relationships/customXml" Target="../ink/ink57.xml"/><Relationship Id="rId3" Type="http://schemas.openxmlformats.org/officeDocument/2006/relationships/image" Target="../media/image4.png"/><Relationship Id="rId2" Type="http://schemas.openxmlformats.org/officeDocument/2006/relationships/customXml" Target="../ink/ink56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0.png"/><Relationship Id="rId10" Type="http://schemas.openxmlformats.org/officeDocument/2006/relationships/customXml" Target="../ink/ink60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64.xml"/><Relationship Id="rId7" Type="http://schemas.openxmlformats.org/officeDocument/2006/relationships/image" Target="../media/image6.png"/><Relationship Id="rId6" Type="http://schemas.openxmlformats.org/officeDocument/2006/relationships/customXml" Target="../ink/ink63.xml"/><Relationship Id="rId5" Type="http://schemas.openxmlformats.org/officeDocument/2006/relationships/image" Target="../media/image5.png"/><Relationship Id="rId4" Type="http://schemas.openxmlformats.org/officeDocument/2006/relationships/customXml" Target="../ink/ink62.xml"/><Relationship Id="rId3" Type="http://schemas.openxmlformats.org/officeDocument/2006/relationships/image" Target="../media/image4.png"/><Relationship Id="rId2" Type="http://schemas.openxmlformats.org/officeDocument/2006/relationships/customXml" Target="../ink/ink6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2.png"/><Relationship Id="rId11" Type="http://schemas.openxmlformats.org/officeDocument/2006/relationships/image" Target="../media/image10.png"/><Relationship Id="rId10" Type="http://schemas.openxmlformats.org/officeDocument/2006/relationships/customXml" Target="../ink/ink65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69.xml"/><Relationship Id="rId7" Type="http://schemas.openxmlformats.org/officeDocument/2006/relationships/image" Target="../media/image6.png"/><Relationship Id="rId6" Type="http://schemas.openxmlformats.org/officeDocument/2006/relationships/customXml" Target="../ink/ink68.xml"/><Relationship Id="rId5" Type="http://schemas.openxmlformats.org/officeDocument/2006/relationships/image" Target="../media/image5.png"/><Relationship Id="rId4" Type="http://schemas.openxmlformats.org/officeDocument/2006/relationships/customXml" Target="../ink/ink67.xml"/><Relationship Id="rId3" Type="http://schemas.openxmlformats.org/officeDocument/2006/relationships/image" Target="../media/image4.png"/><Relationship Id="rId2" Type="http://schemas.openxmlformats.org/officeDocument/2006/relationships/customXml" Target="../ink/ink66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2.png"/><Relationship Id="rId11" Type="http://schemas.openxmlformats.org/officeDocument/2006/relationships/image" Target="../media/image10.png"/><Relationship Id="rId10" Type="http://schemas.openxmlformats.org/officeDocument/2006/relationships/customXml" Target="../ink/ink70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74.xml"/><Relationship Id="rId7" Type="http://schemas.openxmlformats.org/officeDocument/2006/relationships/image" Target="../media/image6.png"/><Relationship Id="rId6" Type="http://schemas.openxmlformats.org/officeDocument/2006/relationships/customXml" Target="../ink/ink73.xml"/><Relationship Id="rId5" Type="http://schemas.openxmlformats.org/officeDocument/2006/relationships/image" Target="../media/image5.png"/><Relationship Id="rId4" Type="http://schemas.openxmlformats.org/officeDocument/2006/relationships/customXml" Target="../ink/ink72.xml"/><Relationship Id="rId3" Type="http://schemas.openxmlformats.org/officeDocument/2006/relationships/image" Target="../media/image4.png"/><Relationship Id="rId2" Type="http://schemas.openxmlformats.org/officeDocument/2006/relationships/customXml" Target="../ink/ink7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3.png"/><Relationship Id="rId11" Type="http://schemas.openxmlformats.org/officeDocument/2006/relationships/image" Target="../media/image10.png"/><Relationship Id="rId10" Type="http://schemas.openxmlformats.org/officeDocument/2006/relationships/customXml" Target="../ink/ink75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79.xml"/><Relationship Id="rId7" Type="http://schemas.openxmlformats.org/officeDocument/2006/relationships/image" Target="../media/image6.png"/><Relationship Id="rId6" Type="http://schemas.openxmlformats.org/officeDocument/2006/relationships/customXml" Target="../ink/ink78.xml"/><Relationship Id="rId5" Type="http://schemas.openxmlformats.org/officeDocument/2006/relationships/image" Target="../media/image5.png"/><Relationship Id="rId4" Type="http://schemas.openxmlformats.org/officeDocument/2006/relationships/customXml" Target="../ink/ink77.xml"/><Relationship Id="rId3" Type="http://schemas.openxmlformats.org/officeDocument/2006/relationships/image" Target="../media/image4.png"/><Relationship Id="rId2" Type="http://schemas.openxmlformats.org/officeDocument/2006/relationships/customXml" Target="../ink/ink76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4.png"/><Relationship Id="rId11" Type="http://schemas.openxmlformats.org/officeDocument/2006/relationships/image" Target="../media/image10.png"/><Relationship Id="rId10" Type="http://schemas.openxmlformats.org/officeDocument/2006/relationships/customXml" Target="../ink/ink80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84.xml"/><Relationship Id="rId7" Type="http://schemas.openxmlformats.org/officeDocument/2006/relationships/image" Target="../media/image6.png"/><Relationship Id="rId6" Type="http://schemas.openxmlformats.org/officeDocument/2006/relationships/customXml" Target="../ink/ink83.xml"/><Relationship Id="rId5" Type="http://schemas.openxmlformats.org/officeDocument/2006/relationships/image" Target="../media/image5.png"/><Relationship Id="rId4" Type="http://schemas.openxmlformats.org/officeDocument/2006/relationships/customXml" Target="../ink/ink82.xml"/><Relationship Id="rId3" Type="http://schemas.openxmlformats.org/officeDocument/2006/relationships/image" Target="../media/image4.png"/><Relationship Id="rId2" Type="http://schemas.openxmlformats.org/officeDocument/2006/relationships/customXml" Target="../ink/ink8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5.png"/><Relationship Id="rId11" Type="http://schemas.openxmlformats.org/officeDocument/2006/relationships/image" Target="../media/image10.png"/><Relationship Id="rId10" Type="http://schemas.openxmlformats.org/officeDocument/2006/relationships/customXml" Target="../ink/ink85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89.xml"/><Relationship Id="rId7" Type="http://schemas.openxmlformats.org/officeDocument/2006/relationships/image" Target="../media/image6.png"/><Relationship Id="rId6" Type="http://schemas.openxmlformats.org/officeDocument/2006/relationships/customXml" Target="../ink/ink88.xml"/><Relationship Id="rId5" Type="http://schemas.openxmlformats.org/officeDocument/2006/relationships/image" Target="../media/image5.png"/><Relationship Id="rId4" Type="http://schemas.openxmlformats.org/officeDocument/2006/relationships/customXml" Target="../ink/ink87.xml"/><Relationship Id="rId3" Type="http://schemas.openxmlformats.org/officeDocument/2006/relationships/image" Target="../media/image4.png"/><Relationship Id="rId2" Type="http://schemas.openxmlformats.org/officeDocument/2006/relationships/customXml" Target="../ink/ink86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6.png"/><Relationship Id="rId11" Type="http://schemas.openxmlformats.org/officeDocument/2006/relationships/image" Target="../media/image10.png"/><Relationship Id="rId10" Type="http://schemas.openxmlformats.org/officeDocument/2006/relationships/customXml" Target="../ink/ink9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9338" y="577710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14</a:t>
            </a:r>
            <a:r>
              <a:rPr lang="zh-CN" altLang="en-US" dirty="0"/>
              <a:t>、两周采购计划（</a:t>
            </a:r>
            <a:r>
              <a:rPr lang="en-US" altLang="zh-CN" dirty="0"/>
              <a:t>PMC【</a:t>
            </a:r>
            <a:r>
              <a:rPr lang="zh-CN" altLang="en-US" dirty="0"/>
              <a:t>点击填写前</a:t>
            </a:r>
            <a:r>
              <a:rPr lang="en-US" altLang="zh-CN" dirty="0"/>
              <a:t>】</a:t>
            </a:r>
            <a:r>
              <a:rPr lang="zh-CN" altLang="en-US" dirty="0"/>
              <a:t>）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" name="墨迹 6"/>
              <p14:cNvContentPartPr/>
              <p14:nvPr/>
            </p14:nvContentPartPr>
            <p14:xfrm>
              <a:off x="2021560" y="518240"/>
              <a:ext cx="483120" cy="3528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3"/>
            </p:blipFill>
            <p:spPr>
              <a:xfrm>
                <a:off x="2021560" y="518240"/>
                <a:ext cx="483120" cy="352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8" name="墨迹 7"/>
              <p14:cNvContentPartPr/>
              <p14:nvPr/>
            </p14:nvContentPartPr>
            <p14:xfrm>
              <a:off x="2946040" y="640280"/>
              <a:ext cx="240480" cy="2415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5"/>
            </p:blipFill>
            <p:spPr>
              <a:xfrm>
                <a:off x="2946040" y="640280"/>
                <a:ext cx="240480" cy="241560"/>
              </a:xfrm>
              <a:prstGeom prst="rect"/>
            </p:spPr>
          </p:pic>
        </mc:Fallback>
      </mc:AlternateContent>
      <p:sp>
        <p:nvSpPr>
          <p:cNvPr id="9" name="矩形 8"/>
          <p:cNvSpPr/>
          <p:nvPr/>
        </p:nvSpPr>
        <p:spPr>
          <a:xfrm>
            <a:off x="1178559" y="1243281"/>
            <a:ext cx="1448111" cy="1889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采购计划单单号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1203093" y="1517577"/>
            <a:ext cx="1513840" cy="201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​</a:t>
            </a:r>
            <a:endParaRPr lang="en-US" altLang="zh-CN" sz="1400" dirty="0"/>
          </a:p>
          <a:p>
            <a:pPr algn="ctr"/>
            <a:endParaRPr lang="en-US" altLang="zh-CN" sz="1400" dirty="0"/>
          </a:p>
          <a:p>
            <a:pPr algn="ctr"/>
            <a:r>
              <a:rPr lang="en-US" altLang="zh-CN" sz="1400" dirty="0"/>
              <a:t>	</a:t>
            </a:r>
            <a:endParaRPr lang="en-US" altLang="zh-CN" sz="1400" dirty="0"/>
          </a:p>
          <a:p>
            <a:pPr algn="ctr"/>
            <a:endParaRPr lang="en-US" altLang="zh-CN" sz="1400" dirty="0"/>
          </a:p>
          <a:p>
            <a:pPr algn="ctr"/>
            <a:endParaRPr lang="zh-CN" altLang="en-US" sz="1400" dirty="0"/>
          </a:p>
        </p:txBody>
      </p:sp>
      <p:sp>
        <p:nvSpPr>
          <p:cNvPr id="11" name="矩形 10"/>
          <p:cNvSpPr/>
          <p:nvPr/>
        </p:nvSpPr>
        <p:spPr>
          <a:xfrm>
            <a:off x="3066280" y="1219282"/>
            <a:ext cx="1142717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计划周期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860040" y="1567497"/>
            <a:ext cx="4320392" cy="4340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2023.11.06</a:t>
            </a:r>
            <a:r>
              <a:rPr lang="zh-CN" altLang="en-US" dirty="0"/>
              <a:t> </a:t>
            </a:r>
            <a:r>
              <a:rPr lang="en-US" altLang="zh-CN" dirty="0"/>
              <a:t>– 2023.11.17</a:t>
            </a:r>
            <a:endParaRPr lang="zh-CN" altLang="en-US" dirty="0"/>
          </a:p>
          <a:p>
            <a:pPr algn="ctr"/>
            <a:r>
              <a:rPr lang="zh-CN" altLang="en-US" dirty="0"/>
              <a:t>	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177259" y="1889529"/>
            <a:ext cx="1513840" cy="201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编制日期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7259" y="2243874"/>
            <a:ext cx="1513840" cy="201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2023.11.03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7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9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11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13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97410" y="601526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203799" y="1484296"/>
            <a:ext cx="1513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CG-JH-20231103-01</a:t>
            </a:r>
            <a:endParaRPr lang="zh-CN" altLang="en-US" sz="1100" dirty="0"/>
          </a:p>
        </p:txBody>
      </p:sp>
      <p:sp>
        <p:nvSpPr>
          <p:cNvPr id="19" name="矩形 18"/>
          <p:cNvSpPr/>
          <p:nvPr/>
        </p:nvSpPr>
        <p:spPr>
          <a:xfrm>
            <a:off x="1041722" y="2550796"/>
            <a:ext cx="2024558" cy="584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采购明细</a:t>
            </a:r>
            <a:endParaRPr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9338" y="3317365"/>
            <a:ext cx="9236240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9338" y="577710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14</a:t>
            </a:r>
            <a:r>
              <a:rPr lang="zh-CN" altLang="en-US" dirty="0"/>
              <a:t>、两周采购计划（</a:t>
            </a:r>
            <a:r>
              <a:rPr lang="en-US" altLang="zh-CN" dirty="0"/>
              <a:t>PMC【</a:t>
            </a:r>
            <a:r>
              <a:rPr lang="zh-CN" altLang="en-US" dirty="0"/>
              <a:t>点击填写后</a:t>
            </a:r>
            <a:r>
              <a:rPr lang="en-US" altLang="zh-CN" dirty="0"/>
              <a:t>】</a:t>
            </a:r>
            <a:r>
              <a:rPr lang="zh-CN" altLang="en-US" dirty="0"/>
              <a:t>）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" name="墨迹 6"/>
              <p14:cNvContentPartPr/>
              <p14:nvPr/>
            </p14:nvContentPartPr>
            <p14:xfrm>
              <a:off x="2021560" y="518240"/>
              <a:ext cx="483120" cy="3528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3"/>
            </p:blipFill>
            <p:spPr>
              <a:xfrm>
                <a:off x="2021560" y="518240"/>
                <a:ext cx="483120" cy="352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8" name="墨迹 7"/>
              <p14:cNvContentPartPr/>
              <p14:nvPr/>
            </p14:nvContentPartPr>
            <p14:xfrm>
              <a:off x="2946040" y="640280"/>
              <a:ext cx="240480" cy="2415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5"/>
            </p:blipFill>
            <p:spPr>
              <a:xfrm>
                <a:off x="2946040" y="640280"/>
                <a:ext cx="240480" cy="241560"/>
              </a:xfrm>
              <a:prstGeom prst="rect"/>
            </p:spPr>
          </p:pic>
        </mc:Fallback>
      </mc:AlternateContent>
      <p:sp>
        <p:nvSpPr>
          <p:cNvPr id="9" name="矩形 8"/>
          <p:cNvSpPr/>
          <p:nvPr/>
        </p:nvSpPr>
        <p:spPr>
          <a:xfrm>
            <a:off x="1178559" y="1243281"/>
            <a:ext cx="1448111" cy="1889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采购计划单单号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1203093" y="1517577"/>
            <a:ext cx="1513840" cy="201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​</a:t>
            </a:r>
            <a:endParaRPr lang="en-US" altLang="zh-CN" sz="1400" dirty="0"/>
          </a:p>
          <a:p>
            <a:pPr algn="ctr"/>
            <a:endParaRPr lang="en-US" altLang="zh-CN" sz="1400" dirty="0"/>
          </a:p>
          <a:p>
            <a:pPr algn="ctr"/>
            <a:r>
              <a:rPr lang="en-US" altLang="zh-CN" sz="1400" dirty="0"/>
              <a:t>	</a:t>
            </a:r>
            <a:endParaRPr lang="en-US" altLang="zh-CN" sz="1400" dirty="0"/>
          </a:p>
          <a:p>
            <a:pPr algn="ctr"/>
            <a:endParaRPr lang="en-US" altLang="zh-CN" sz="1400" dirty="0"/>
          </a:p>
          <a:p>
            <a:pPr algn="ctr"/>
            <a:endParaRPr lang="zh-CN" altLang="en-US" sz="1400" dirty="0"/>
          </a:p>
        </p:txBody>
      </p:sp>
      <p:sp>
        <p:nvSpPr>
          <p:cNvPr id="11" name="矩形 10"/>
          <p:cNvSpPr/>
          <p:nvPr/>
        </p:nvSpPr>
        <p:spPr>
          <a:xfrm>
            <a:off x="3066280" y="1219282"/>
            <a:ext cx="1142717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计划周期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860040" y="1567497"/>
            <a:ext cx="4320392" cy="4340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2023.11.06</a:t>
            </a:r>
            <a:r>
              <a:rPr lang="zh-CN" altLang="en-US" dirty="0"/>
              <a:t> </a:t>
            </a:r>
            <a:r>
              <a:rPr lang="en-US" altLang="zh-CN" dirty="0"/>
              <a:t>– 2023.11.17</a:t>
            </a:r>
            <a:endParaRPr lang="zh-CN" altLang="en-US" dirty="0"/>
          </a:p>
          <a:p>
            <a:pPr algn="ctr"/>
            <a:r>
              <a:rPr lang="zh-CN" altLang="en-US" dirty="0"/>
              <a:t>	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177259" y="1889529"/>
            <a:ext cx="1513840" cy="201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编制日期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7259" y="2243874"/>
            <a:ext cx="1513840" cy="201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2023.11.03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7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9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11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13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97410" y="601526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203799" y="1484296"/>
            <a:ext cx="1513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CG-JH-20231103-01</a:t>
            </a:r>
            <a:endParaRPr lang="zh-CN" altLang="en-US" sz="1100" dirty="0"/>
          </a:p>
        </p:txBody>
      </p:sp>
      <p:sp>
        <p:nvSpPr>
          <p:cNvPr id="19" name="矩形 18"/>
          <p:cNvSpPr/>
          <p:nvPr/>
        </p:nvSpPr>
        <p:spPr>
          <a:xfrm>
            <a:off x="1041722" y="2550796"/>
            <a:ext cx="2024558" cy="584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采购明细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1722" y="3261072"/>
            <a:ext cx="8410169" cy="22484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790296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、采购申请单（</a:t>
            </a:r>
            <a:r>
              <a:rPr lang="en-US" altLang="zh-CN" dirty="0"/>
              <a:t>PMC-</a:t>
            </a:r>
            <a:r>
              <a:rPr lang="zh-CN" altLang="en-US" dirty="0"/>
              <a:t>点击填写</a:t>
            </a:r>
            <a:r>
              <a:rPr lang="zh-CN" altLang="en-US" dirty="0"/>
              <a:t>前）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59" y="1243281"/>
            <a:ext cx="1142717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申请单单号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​CG-SQ-20231103-08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100" y="1199504"/>
            <a:ext cx="1488210" cy="312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关联销售订单号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46040" y="1521720"/>
            <a:ext cx="1625960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" name="矩形 12"/>
          <p:cNvSpPr/>
          <p:nvPr/>
        </p:nvSpPr>
        <p:spPr>
          <a:xfrm>
            <a:off x="4869591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关联</a:t>
            </a:r>
            <a:r>
              <a:rPr lang="en-US" altLang="zh-CN" dirty="0"/>
              <a:t>BOM</a:t>
            </a:r>
            <a:r>
              <a:rPr lang="zh-CN" altLang="en-US" dirty="0"/>
              <a:t>单号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947919" y="1578928"/>
            <a:ext cx="1635683" cy="2118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申请</a:t>
            </a:r>
            <a:r>
              <a:rPr lang="en-US" altLang="zh-CN" dirty="0"/>
              <a:t> </a:t>
            </a:r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59" y="2159278"/>
            <a:ext cx="1569900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2023.11.3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期望到货日期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100" y="2191278"/>
            <a:ext cx="1569900" cy="2118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7974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058" y="2764586"/>
            <a:ext cx="1671319" cy="243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926361" y="1243281"/>
            <a:ext cx="1142717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申请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6837680" y="1533877"/>
            <a:ext cx="2245360" cy="3570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计划物控</a:t>
            </a:r>
            <a:r>
              <a:rPr lang="zh-CN" altLang="en-US" dirty="0"/>
              <a:t>中心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929606" y="73741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929606" y="737419"/>
                <a:ext cx="274680" cy="519840"/>
              </a:xfrm>
              <a:prstGeom prst="rect"/>
            </p:spPr>
          </p:pic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75460" y="3171190"/>
            <a:ext cx="7171055" cy="291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790296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、采购申请单（</a:t>
            </a:r>
            <a:r>
              <a:rPr lang="en-US" altLang="zh-CN" dirty="0"/>
              <a:t>PMC-</a:t>
            </a:r>
            <a:r>
              <a:rPr lang="zh-CN" altLang="en-US" dirty="0"/>
              <a:t>点击填写</a:t>
            </a:r>
            <a:r>
              <a:rPr lang="zh-CN" altLang="en-US" dirty="0"/>
              <a:t>后）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59" y="1243281"/>
            <a:ext cx="1142717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申请单单号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​CG-SQ-20231103-08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100" y="1199504"/>
            <a:ext cx="1488210" cy="312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关联销售订单号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45765" y="1521460"/>
            <a:ext cx="1899285" cy="3194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ym typeface="+mn-ea"/>
              </a:rPr>
              <a:t>XSDD20231102001</a:t>
            </a:r>
            <a:endParaRPr lang="zh-CN" altLang="en-US" sz="1600" dirty="0"/>
          </a:p>
        </p:txBody>
      </p:sp>
      <p:sp>
        <p:nvSpPr>
          <p:cNvPr id="13" name="矩形 12"/>
          <p:cNvSpPr/>
          <p:nvPr/>
        </p:nvSpPr>
        <p:spPr>
          <a:xfrm>
            <a:off x="4869591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关联</a:t>
            </a:r>
            <a:r>
              <a:rPr lang="en-US" altLang="zh-CN" dirty="0"/>
              <a:t>BOM</a:t>
            </a:r>
            <a:r>
              <a:rPr lang="zh-CN" altLang="en-US" dirty="0"/>
              <a:t>单号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947920" y="1579245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ym typeface="+mn-ea"/>
              </a:rPr>
              <a:t>BOM20231102005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申请</a:t>
            </a:r>
            <a:r>
              <a:rPr lang="en-US" altLang="zh-CN" dirty="0"/>
              <a:t> </a:t>
            </a:r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59" y="2159278"/>
            <a:ext cx="1569900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2023.11.3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期望到货日期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100" y="2191278"/>
            <a:ext cx="1569900" cy="2118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2023.11.9</a:t>
            </a:r>
            <a:endParaRPr lang="en-US" altLang="zh-CN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7974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058" y="2764586"/>
            <a:ext cx="1671319" cy="243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222906" y="1243281"/>
            <a:ext cx="1142717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申请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159625" y="1578962"/>
            <a:ext cx="2245360" cy="3570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计划物控</a:t>
            </a:r>
            <a:r>
              <a:rPr lang="zh-CN" altLang="en-US" dirty="0"/>
              <a:t>中心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929606" y="73741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929606" y="737419"/>
                <a:ext cx="274680" cy="519840"/>
              </a:xfrm>
              <a:prstGeom prst="rect"/>
            </p:spPr>
          </p:pic>
        </mc:Fallback>
      </mc:AlternateContent>
      <p:pic>
        <p:nvPicPr>
          <p:cNvPr id="16" name="图片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8295" y="3234055"/>
            <a:ext cx="7414260" cy="13754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790296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、采购申请单（采购主管</a:t>
            </a:r>
            <a:r>
              <a:rPr lang="en-US" altLang="zh-CN" dirty="0"/>
              <a:t>-</a:t>
            </a:r>
            <a:r>
              <a:rPr lang="zh-CN" altLang="en-US" dirty="0"/>
              <a:t>审核）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59" y="1243281"/>
            <a:ext cx="1142717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申请单单号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​CG-SQ-20231103-08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100" y="1199504"/>
            <a:ext cx="1488210" cy="312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关联销售订单号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45765" y="1521460"/>
            <a:ext cx="1899285" cy="3194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ym typeface="+mn-ea"/>
              </a:rPr>
              <a:t>XSDD20231102001</a:t>
            </a:r>
            <a:endParaRPr lang="zh-CN" altLang="en-US" sz="1600" dirty="0"/>
          </a:p>
        </p:txBody>
      </p:sp>
      <p:sp>
        <p:nvSpPr>
          <p:cNvPr id="13" name="矩形 12"/>
          <p:cNvSpPr/>
          <p:nvPr/>
        </p:nvSpPr>
        <p:spPr>
          <a:xfrm>
            <a:off x="4869591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关联</a:t>
            </a:r>
            <a:r>
              <a:rPr lang="en-US" altLang="zh-CN" dirty="0"/>
              <a:t>BOM</a:t>
            </a:r>
            <a:r>
              <a:rPr lang="zh-CN" altLang="en-US" dirty="0"/>
              <a:t>单号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947920" y="1579245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ym typeface="+mn-ea"/>
              </a:rPr>
              <a:t>BOM20231102005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申请</a:t>
            </a:r>
            <a:r>
              <a:rPr lang="en-US" altLang="zh-CN" dirty="0"/>
              <a:t> </a:t>
            </a:r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59" y="2159278"/>
            <a:ext cx="1569900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2023.11.3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期望到货日期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100" y="2191278"/>
            <a:ext cx="1569900" cy="2118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2023.11.9</a:t>
            </a:r>
            <a:endParaRPr lang="en-US" altLang="zh-CN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7974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审核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058" y="2764586"/>
            <a:ext cx="1671319" cy="243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222906" y="1243281"/>
            <a:ext cx="1142717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申请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159625" y="1578962"/>
            <a:ext cx="2245360" cy="3570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计划物控</a:t>
            </a:r>
            <a:r>
              <a:rPr lang="zh-CN" altLang="en-US" dirty="0"/>
              <a:t>中心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929606" y="73741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929606" y="737419"/>
                <a:ext cx="274680" cy="519840"/>
              </a:xfrm>
              <a:prstGeom prst="rect"/>
            </p:spPr>
          </p:pic>
        </mc:Fallback>
      </mc:AlternateContent>
      <p:grpSp>
        <p:nvGrpSpPr>
          <p:cNvPr id="26" name="组合 25"/>
          <p:cNvGrpSpPr/>
          <p:nvPr/>
        </p:nvGrpSpPr>
        <p:grpSpPr>
          <a:xfrm>
            <a:off x="1239046" y="806179"/>
            <a:ext cx="322200" cy="257040"/>
            <a:chOff x="1239046" y="806179"/>
            <a:chExt cx="32220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12" p14:bwMode="auto">
              <p14:nvContentPartPr>
                <p14:cNvPr id="7" name="墨迹 6"/>
                <p14:cNvContentPartPr/>
                <p14:nvPr/>
              </p14:nvContentPartPr>
              <p14:xfrm>
                <a:off x="1239046" y="806179"/>
                <a:ext cx="360" cy="360"/>
              </p14:xfrm>
            </p:contentPart>
          </mc:Choice>
          <mc:Fallback xmlns="">
            <p:pic>
              <p:nvPicPr>
                <p:cNvPr id="7" name="墨迹 6"/>
              </p:nvPicPr>
              <p:blipFill>
                <a:blip r:embed="rId13"/>
              </p:blipFill>
              <p:spPr>
                <a:xfrm>
                  <a:off x="1239046" y="806179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4" p14:bwMode="auto">
              <p14:nvContentPartPr>
                <p14:cNvPr id="8" name="墨迹 7"/>
                <p14:cNvContentPartPr/>
                <p14:nvPr/>
              </p14:nvContentPartPr>
              <p14:xfrm>
                <a:off x="1239046" y="806179"/>
                <a:ext cx="322200" cy="257040"/>
              </p14:xfrm>
            </p:contentPart>
          </mc:Choice>
          <mc:Fallback xmlns="">
            <p:pic>
              <p:nvPicPr>
                <p:cNvPr id="8" name="墨迹 7"/>
              </p:nvPicPr>
              <p:blipFill>
                <a:blip r:embed="rId15"/>
              </p:blipFill>
              <p:spPr>
                <a:xfrm>
                  <a:off x="1239046" y="806179"/>
                  <a:ext cx="322200" cy="257040"/>
                </a:xfrm>
                <a:prstGeom prst="rect"/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5" name="墨迹 14"/>
              <p14:cNvContentPartPr/>
              <p14:nvPr/>
            </p14:nvContentPartPr>
            <p14:xfrm>
              <a:off x="3647446" y="766579"/>
              <a:ext cx="262440" cy="43668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17"/>
            </p:blipFill>
            <p:spPr>
              <a:xfrm>
                <a:off x="3647446" y="766579"/>
                <a:ext cx="262440" cy="436680"/>
              </a:xfrm>
              <a:prstGeom prst="rect"/>
            </p:spPr>
          </p:pic>
        </mc:Fallback>
      </mc:AlternateContent>
      <p:pic>
        <p:nvPicPr>
          <p:cNvPr id="16" name="图片 1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98295" y="3234055"/>
            <a:ext cx="7414260" cy="13754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790296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、采购订单（跟单员</a:t>
            </a:r>
            <a:r>
              <a:rPr lang="en-US" altLang="zh-CN" dirty="0"/>
              <a:t>-</a:t>
            </a:r>
            <a:r>
              <a:rPr lang="zh-CN" altLang="en-US" dirty="0"/>
              <a:t>填写前）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371600" cy="2470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采购订单单号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PO20231103001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280" y="1199515"/>
            <a:ext cx="1623695" cy="290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关联采购申请</a:t>
            </a:r>
            <a:r>
              <a:rPr lang="zh-CN" altLang="en-US" sz="1400" dirty="0"/>
              <a:t>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29890" y="1524000"/>
            <a:ext cx="2018030" cy="304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CG-SQ-20231103-08</a:t>
            </a:r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521185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供应商</a:t>
            </a:r>
            <a:r>
              <a:rPr lang="zh-CN" altLang="en-US" dirty="0"/>
              <a:t>名称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114290" y="153797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交货</a:t>
            </a:r>
            <a:r>
              <a:rPr lang="zh-CN" altLang="en-US" dirty="0"/>
              <a:t>地址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59" y="2159278"/>
            <a:ext cx="1569900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交易</a:t>
            </a:r>
            <a:r>
              <a:rPr lang="zh-CN" altLang="en-US" dirty="0"/>
              <a:t>币种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100" y="2191278"/>
            <a:ext cx="1569900" cy="2118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7974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058" y="2764586"/>
            <a:ext cx="1671319" cy="243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436266" y="1199466"/>
            <a:ext cx="1142717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下单日期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273925" y="1586582"/>
            <a:ext cx="2245360" cy="3570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2023.11.03</a:t>
            </a:r>
            <a:endParaRPr lang="en-US" altLang="zh-C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929606" y="73741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929606" y="737419"/>
                <a:ext cx="274680" cy="519840"/>
              </a:xfrm>
              <a:prstGeom prst="rect"/>
            </p:spPr>
          </p:pic>
        </mc:Fallback>
      </mc:AlternateContent>
      <p:pic>
        <p:nvPicPr>
          <p:cNvPr id="17" name="图片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9520" y="3181985"/>
            <a:ext cx="800735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、采购订单（跟单员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后）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371600" cy="2470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采购订单单号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PO20231103001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280" y="1199515"/>
            <a:ext cx="1623695" cy="290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关联采购申请</a:t>
            </a:r>
            <a:r>
              <a:rPr lang="zh-CN" altLang="en-US" sz="1400" dirty="0"/>
              <a:t>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29890" y="1524000"/>
            <a:ext cx="2018030" cy="304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CG-SQ-20231103-08</a:t>
            </a:r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521185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供应商</a:t>
            </a:r>
            <a:r>
              <a:rPr lang="zh-CN" altLang="en-US" dirty="0"/>
              <a:t>名称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114290" y="153797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佛山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电机厂</a:t>
            </a:r>
            <a:endParaRPr lang="zh-CN" altLang="en-US" dirty="0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交货</a:t>
            </a:r>
            <a:r>
              <a:rPr lang="zh-CN" altLang="en-US" dirty="0"/>
              <a:t>地址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60" y="2159000"/>
            <a:ext cx="1670050" cy="343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XX</a:t>
            </a:r>
            <a:r>
              <a:rPr lang="zh-CN" altLang="en-US" sz="1200" dirty="0"/>
              <a:t>省</a:t>
            </a:r>
            <a:r>
              <a:rPr lang="en-US" altLang="zh-CN" sz="1200" dirty="0"/>
              <a:t>XX</a:t>
            </a:r>
            <a:r>
              <a:rPr lang="zh-CN" altLang="en-US" sz="1200" dirty="0"/>
              <a:t>市</a:t>
            </a:r>
            <a:r>
              <a:rPr lang="en-US" altLang="zh-CN" sz="1200" dirty="0"/>
              <a:t>XX</a:t>
            </a:r>
            <a:r>
              <a:rPr lang="zh-CN" altLang="en-US" sz="1200" dirty="0"/>
              <a:t>区</a:t>
            </a:r>
            <a:r>
              <a:rPr lang="en-US" altLang="zh-CN" sz="1200" dirty="0"/>
              <a:t>XX</a:t>
            </a:r>
            <a:r>
              <a:rPr lang="zh-CN" altLang="en-US" sz="1200" dirty="0"/>
              <a:t>路</a:t>
            </a:r>
            <a:r>
              <a:rPr lang="en-US" altLang="zh-CN" sz="1200" dirty="0"/>
              <a:t>XX</a:t>
            </a:r>
            <a:r>
              <a:rPr lang="zh-CN" altLang="en-US" sz="1200" dirty="0"/>
              <a:t>号（仓库物流部）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交易</a:t>
            </a:r>
            <a:r>
              <a:rPr lang="zh-CN" altLang="en-US" dirty="0"/>
              <a:t>币种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100" y="2191278"/>
            <a:ext cx="1569900" cy="2118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人民币（</a:t>
            </a:r>
            <a:r>
              <a:rPr lang="en-US" altLang="zh-CN" sz="1200" dirty="0"/>
              <a:t>CNY）</a:t>
            </a:r>
            <a:endParaRPr lang="en-US" altLang="zh-CN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058" y="2764586"/>
            <a:ext cx="1671319" cy="243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436266" y="1199466"/>
            <a:ext cx="1142717" cy="241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下单日期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273925" y="1586582"/>
            <a:ext cx="2245360" cy="3570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2023.11.03</a:t>
            </a:r>
            <a:endParaRPr lang="en-US" altLang="zh-C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929606" y="73741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929606" y="737419"/>
                <a:ext cx="274680" cy="519840"/>
              </a:xfrm>
              <a:prstGeom prst="rect"/>
            </p:spPr>
          </p:pic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4940" y="3171190"/>
            <a:ext cx="7780020" cy="17392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71383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、收料通知单（跟单员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前）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619885" cy="277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收料单单号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RC-20231109-012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280" y="1199515"/>
            <a:ext cx="1623695" cy="290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</a:t>
            </a:r>
            <a:r>
              <a:rPr lang="zh-CN" altLang="en-US" sz="1400" dirty="0"/>
              <a:t>采购订单号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29890" y="1524000"/>
            <a:ext cx="2018030" cy="304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521185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供应商</a:t>
            </a:r>
            <a:r>
              <a:rPr lang="zh-CN" altLang="en-US" dirty="0"/>
              <a:t>名称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114290" y="153797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交货</a:t>
            </a:r>
            <a:r>
              <a:rPr lang="zh-CN" altLang="en-US" dirty="0"/>
              <a:t>地址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60" y="2159000"/>
            <a:ext cx="1670050" cy="343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收货</a:t>
            </a:r>
            <a:r>
              <a:rPr lang="zh-CN" altLang="en-US" dirty="0"/>
              <a:t>类型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280" y="2191385"/>
            <a:ext cx="2209800" cy="269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3925" y="2628900"/>
            <a:ext cx="2163445" cy="528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928971" y="575494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928971" y="575494"/>
                <a:ext cx="274680" cy="519840"/>
              </a:xfrm>
              <a:prstGeom prst="rect"/>
            </p:spPr>
          </p:pic>
        </mc:Fallback>
      </mc:AlternateContent>
      <p:pic>
        <p:nvPicPr>
          <p:cNvPr id="16" name="图片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0340" y="3353435"/>
            <a:ext cx="7673340" cy="39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、收料通知单（跟单员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后）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619885" cy="277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收料单单号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RC-20231109-012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280" y="1199515"/>
            <a:ext cx="1623695" cy="290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</a:t>
            </a:r>
            <a:r>
              <a:rPr lang="zh-CN" altLang="en-US" sz="1400" dirty="0"/>
              <a:t>采购订单号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29890" y="1524000"/>
            <a:ext cx="2018030" cy="304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PO20231103001</a:t>
            </a:r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521185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供应商</a:t>
            </a:r>
            <a:r>
              <a:rPr lang="zh-CN" altLang="en-US" dirty="0"/>
              <a:t>名称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114290" y="153797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佛山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电机厂</a:t>
            </a:r>
            <a:endParaRPr lang="zh-CN" altLang="en-US" dirty="0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交货</a:t>
            </a:r>
            <a:r>
              <a:rPr lang="zh-CN" altLang="en-US" dirty="0"/>
              <a:t>地址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60" y="2159000"/>
            <a:ext cx="1670050" cy="343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XX</a:t>
            </a:r>
            <a:r>
              <a:rPr lang="zh-CN" altLang="en-US" sz="1200" dirty="0"/>
              <a:t>省</a:t>
            </a:r>
            <a:r>
              <a:rPr lang="en-US" altLang="zh-CN" sz="1200" dirty="0"/>
              <a:t>XX</a:t>
            </a:r>
            <a:r>
              <a:rPr lang="zh-CN" altLang="en-US" sz="1200" dirty="0"/>
              <a:t>市</a:t>
            </a:r>
            <a:r>
              <a:rPr lang="en-US" altLang="zh-CN" sz="1200" dirty="0"/>
              <a:t>XX</a:t>
            </a:r>
            <a:r>
              <a:rPr lang="zh-CN" altLang="en-US" sz="1200" dirty="0"/>
              <a:t>区</a:t>
            </a:r>
            <a:r>
              <a:rPr lang="en-US" altLang="zh-CN" sz="1200" dirty="0"/>
              <a:t>XX</a:t>
            </a:r>
            <a:r>
              <a:rPr lang="zh-CN" altLang="en-US" sz="1200" dirty="0"/>
              <a:t>路</a:t>
            </a:r>
            <a:r>
              <a:rPr lang="en-US" altLang="zh-CN" sz="1200" dirty="0"/>
              <a:t>XX</a:t>
            </a:r>
            <a:r>
              <a:rPr lang="zh-CN" altLang="en-US" sz="1200" dirty="0"/>
              <a:t>号（仓库物流部）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收货</a:t>
            </a:r>
            <a:r>
              <a:rPr lang="zh-CN" altLang="en-US" dirty="0"/>
              <a:t>类型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280" y="2191385"/>
            <a:ext cx="2209800" cy="269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采购</a:t>
            </a:r>
            <a:r>
              <a:rPr lang="zh-CN" altLang="en-US" sz="1200" dirty="0"/>
              <a:t>入库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3925" y="2628900"/>
            <a:ext cx="2163445" cy="528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858486" y="54310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858486" y="543109"/>
                <a:ext cx="274680" cy="519840"/>
              </a:xfrm>
              <a:prstGeom prst="rect"/>
            </p:spPr>
          </p:pic>
        </mc:Fallback>
      </mc:AlternateContent>
      <p:pic>
        <p:nvPicPr>
          <p:cNvPr id="31" name="图片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" y="3325495"/>
            <a:ext cx="8221980" cy="16687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、收料通知单（跟单员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后）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619885" cy="277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收料单单号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RC-20231109-012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280" y="1199515"/>
            <a:ext cx="1623695" cy="290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</a:t>
            </a:r>
            <a:r>
              <a:rPr lang="zh-CN" altLang="en-US" sz="1400" dirty="0"/>
              <a:t>采购订单号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29890" y="1524000"/>
            <a:ext cx="2018030" cy="304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PO20231103001</a:t>
            </a:r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521185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供应商</a:t>
            </a:r>
            <a:r>
              <a:rPr lang="zh-CN" altLang="en-US" dirty="0"/>
              <a:t>名称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114290" y="153797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佛山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电机厂</a:t>
            </a:r>
            <a:endParaRPr lang="zh-CN" altLang="en-US" dirty="0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交货</a:t>
            </a:r>
            <a:r>
              <a:rPr lang="zh-CN" altLang="en-US" dirty="0"/>
              <a:t>地址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60" y="2159000"/>
            <a:ext cx="1670050" cy="343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XX</a:t>
            </a:r>
            <a:r>
              <a:rPr lang="zh-CN" altLang="en-US" sz="1200" dirty="0"/>
              <a:t>省</a:t>
            </a:r>
            <a:r>
              <a:rPr lang="en-US" altLang="zh-CN" sz="1200" dirty="0"/>
              <a:t>XX</a:t>
            </a:r>
            <a:r>
              <a:rPr lang="zh-CN" altLang="en-US" sz="1200" dirty="0"/>
              <a:t>市</a:t>
            </a:r>
            <a:r>
              <a:rPr lang="en-US" altLang="zh-CN" sz="1200" dirty="0"/>
              <a:t>XX</a:t>
            </a:r>
            <a:r>
              <a:rPr lang="zh-CN" altLang="en-US" sz="1200" dirty="0"/>
              <a:t>区</a:t>
            </a:r>
            <a:r>
              <a:rPr lang="en-US" altLang="zh-CN" sz="1200" dirty="0"/>
              <a:t>XX</a:t>
            </a:r>
            <a:r>
              <a:rPr lang="zh-CN" altLang="en-US" sz="1200" dirty="0"/>
              <a:t>路</a:t>
            </a:r>
            <a:r>
              <a:rPr lang="en-US" altLang="zh-CN" sz="1200" dirty="0"/>
              <a:t>XX</a:t>
            </a:r>
            <a:r>
              <a:rPr lang="zh-CN" altLang="en-US" sz="1200" dirty="0"/>
              <a:t>号（仓库物流部）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收货</a:t>
            </a:r>
            <a:r>
              <a:rPr lang="zh-CN" altLang="en-US" dirty="0"/>
              <a:t>类型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280" y="2191385"/>
            <a:ext cx="2209800" cy="269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采购</a:t>
            </a:r>
            <a:r>
              <a:rPr lang="zh-CN" altLang="en-US" sz="1200" dirty="0"/>
              <a:t>入库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3925" y="2628900"/>
            <a:ext cx="2163445" cy="528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858486" y="54310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858486" y="543109"/>
                <a:ext cx="274680" cy="519840"/>
              </a:xfrm>
              <a:prstGeom prst="rect"/>
            </p:spPr>
          </p:pic>
        </mc:Fallback>
      </mc:AlternateContent>
      <p:pic>
        <p:nvPicPr>
          <p:cNvPr id="31" name="图片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" y="3325495"/>
            <a:ext cx="8221980" cy="1668780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1438275" y="2145030"/>
            <a:ext cx="7309485" cy="36080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328825" y="2824796"/>
            <a:ext cx="609125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是否自动下推 </a:t>
            </a:r>
            <a:endParaRPr lang="en-US" altLang="zh-CN" sz="3600" dirty="0"/>
          </a:p>
          <a:p>
            <a:r>
              <a:rPr lang="zh-CN" altLang="en-US" sz="3600" dirty="0"/>
              <a:t>来料</a:t>
            </a:r>
            <a:r>
              <a:rPr lang="zh-CN" altLang="en-US" sz="3600" dirty="0"/>
              <a:t>检验单</a:t>
            </a:r>
            <a:endParaRPr lang="zh-CN" altLang="en-US" sz="3600" dirty="0"/>
          </a:p>
        </p:txBody>
      </p:sp>
      <p:sp>
        <p:nvSpPr>
          <p:cNvPr id="41" name="矩形 40"/>
          <p:cNvSpPr/>
          <p:nvPr/>
        </p:nvSpPr>
        <p:spPr>
          <a:xfrm>
            <a:off x="1820185" y="4560688"/>
            <a:ext cx="2214880" cy="6004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6132213" y="4560688"/>
            <a:ext cx="2214880" cy="6004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否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、来料检验单（仓管员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前）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619885" cy="277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检验单单号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RC-20231109-012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280" y="1199515"/>
            <a:ext cx="1623695" cy="290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</a:t>
            </a:r>
            <a:r>
              <a:rPr lang="zh-CN" altLang="en-US" sz="1400" dirty="0"/>
              <a:t>采购订单号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29890" y="1524000"/>
            <a:ext cx="2018030" cy="304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ym typeface="+mn-ea"/>
              </a:rPr>
              <a:t>RC-20231109-012</a:t>
            </a:r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521185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供应商</a:t>
            </a:r>
            <a:r>
              <a:rPr lang="zh-CN" altLang="en-US" dirty="0"/>
              <a:t>名称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114290" y="153797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佛山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电机厂</a:t>
            </a:r>
            <a:endParaRPr lang="zh-CN" altLang="en-US" dirty="0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检验日期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60" y="2159000"/>
            <a:ext cx="1670050" cy="343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2023</a:t>
            </a:r>
            <a:r>
              <a:rPr lang="en-US" altLang="zh-CN" sz="1200" dirty="0"/>
              <a:t>.</a:t>
            </a:r>
            <a:r>
              <a:rPr lang="zh-CN" altLang="en-US" sz="1200" dirty="0"/>
              <a:t>11</a:t>
            </a:r>
            <a:r>
              <a:rPr lang="en-US" altLang="zh-CN" sz="1200" dirty="0"/>
              <a:t>.</a:t>
            </a:r>
            <a:r>
              <a:rPr lang="zh-CN" altLang="en-US" sz="1200" dirty="0"/>
              <a:t>09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检验员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280" y="2191385"/>
            <a:ext cx="2209800" cy="269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张三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3925" y="2628900"/>
            <a:ext cx="2163445" cy="528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858486" y="54310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858486" y="543109"/>
                <a:ext cx="274680" cy="519840"/>
              </a:xfrm>
              <a:prstGeom prst="rect"/>
            </p:spPr>
          </p:pic>
        </mc:Fallback>
      </mc:AlternateContent>
      <p:graphicFrame>
        <p:nvGraphicFramePr>
          <p:cNvPr id="7" name="表格 6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​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2023</a:t>
                      </a:r>
                      <a:r>
                        <a:rPr lang="zh-CN" altLang="en-US" sz="1100"/>
                        <a:t>年</a:t>
                      </a:r>
                      <a:r>
                        <a:rPr lang="en-US" altLang="zh-CN" sz="1100"/>
                        <a:t>11</a:t>
                      </a:r>
                      <a:r>
                        <a:rPr lang="zh-CN" altLang="en-US" sz="1100"/>
                        <a:t>月</a:t>
                      </a:r>
                      <a:r>
                        <a:rPr lang="en-US" altLang="zh-CN" sz="1100"/>
                        <a:t>09</a:t>
                      </a:r>
                      <a:r>
                        <a:rPr lang="zh-CN" altLang="en-US" sz="1100"/>
                        <a:t>日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2023</a:t>
                      </a:r>
                      <a:r>
                        <a:rPr lang="zh-CN" altLang="en-US" sz="1100"/>
                        <a:t>年</a:t>
                      </a:r>
                      <a:r>
                        <a:rPr lang="en-US" altLang="zh-CN" sz="1100"/>
                        <a:t>11</a:t>
                      </a:r>
                      <a:r>
                        <a:rPr lang="zh-CN" altLang="en-US" sz="1100"/>
                        <a:t>月</a:t>
                      </a:r>
                      <a:r>
                        <a:rPr lang="en-US" altLang="zh-CN" sz="1100"/>
                        <a:t>09</a:t>
                      </a:r>
                      <a:r>
                        <a:rPr lang="zh-CN" altLang="en-US" sz="1100"/>
                        <a:t>日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440" y="3284220"/>
            <a:ext cx="8450580" cy="2946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440" y="3644265"/>
            <a:ext cx="5233670" cy="11741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、来料检验单（仓管员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后）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619885" cy="277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检验单单号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RC-20231109-012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280" y="1199515"/>
            <a:ext cx="1623695" cy="290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</a:t>
            </a:r>
            <a:r>
              <a:rPr lang="zh-CN" altLang="en-US" sz="1400" dirty="0"/>
              <a:t>采购订单号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29890" y="1524000"/>
            <a:ext cx="2018030" cy="304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ym typeface="+mn-ea"/>
              </a:rPr>
              <a:t>RC-20231109-012</a:t>
            </a:r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521185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供应商</a:t>
            </a:r>
            <a:r>
              <a:rPr lang="zh-CN" altLang="en-US" dirty="0"/>
              <a:t>名称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114290" y="153797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佛山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电机厂</a:t>
            </a:r>
            <a:endParaRPr lang="zh-CN" altLang="en-US" dirty="0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检验日期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60" y="2159000"/>
            <a:ext cx="1670050" cy="343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2023</a:t>
            </a:r>
            <a:r>
              <a:rPr lang="en-US" altLang="zh-CN" sz="1200" dirty="0"/>
              <a:t>.</a:t>
            </a:r>
            <a:r>
              <a:rPr lang="zh-CN" altLang="en-US" sz="1200" dirty="0"/>
              <a:t>11</a:t>
            </a:r>
            <a:r>
              <a:rPr lang="en-US" altLang="zh-CN" sz="1200" dirty="0"/>
              <a:t>.</a:t>
            </a:r>
            <a:r>
              <a:rPr lang="zh-CN" altLang="en-US" sz="1200" dirty="0"/>
              <a:t>09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检验员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280" y="2191385"/>
            <a:ext cx="2209800" cy="269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张三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3925" y="2628900"/>
            <a:ext cx="2163445" cy="528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858486" y="54310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858486" y="543109"/>
                <a:ext cx="274680" cy="519840"/>
              </a:xfrm>
              <a:prstGeom prst="rect"/>
            </p:spPr>
          </p:pic>
        </mc:Fallback>
      </mc:AlternateContent>
      <p:graphicFrame>
        <p:nvGraphicFramePr>
          <p:cNvPr id="7" name="表格 6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​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2023</a:t>
                      </a:r>
                      <a:r>
                        <a:rPr lang="zh-CN" altLang="en-US" sz="1100"/>
                        <a:t>年</a:t>
                      </a:r>
                      <a:r>
                        <a:rPr lang="en-US" altLang="zh-CN" sz="1100"/>
                        <a:t>11</a:t>
                      </a:r>
                      <a:r>
                        <a:rPr lang="zh-CN" altLang="en-US" sz="1100"/>
                        <a:t>月</a:t>
                      </a:r>
                      <a:r>
                        <a:rPr lang="en-US" altLang="zh-CN" sz="1100"/>
                        <a:t>09</a:t>
                      </a:r>
                      <a:r>
                        <a:rPr lang="zh-CN" altLang="en-US" sz="1100"/>
                        <a:t>日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2023</a:t>
                      </a:r>
                      <a:r>
                        <a:rPr lang="zh-CN" altLang="en-US" sz="1100"/>
                        <a:t>年</a:t>
                      </a:r>
                      <a:r>
                        <a:rPr lang="en-US" altLang="zh-CN" sz="1100"/>
                        <a:t>11</a:t>
                      </a:r>
                      <a:r>
                        <a:rPr lang="zh-CN" altLang="en-US" sz="1100"/>
                        <a:t>月</a:t>
                      </a:r>
                      <a:r>
                        <a:rPr lang="en-US" altLang="zh-CN" sz="1100"/>
                        <a:t>09</a:t>
                      </a:r>
                      <a:r>
                        <a:rPr lang="zh-CN" altLang="en-US" sz="1100"/>
                        <a:t>日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" y="3284220"/>
            <a:ext cx="86614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、来料检验单（仓管员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后）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619885" cy="277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检验单单号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RC-20231109-012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280" y="1199515"/>
            <a:ext cx="1623695" cy="290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</a:t>
            </a:r>
            <a:r>
              <a:rPr lang="zh-CN" altLang="en-US" sz="1400" dirty="0"/>
              <a:t>采购订单号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29890" y="1524000"/>
            <a:ext cx="2018030" cy="304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ym typeface="+mn-ea"/>
              </a:rPr>
              <a:t>RC-20231109-012</a:t>
            </a:r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521185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供应商</a:t>
            </a:r>
            <a:r>
              <a:rPr lang="zh-CN" altLang="en-US" dirty="0"/>
              <a:t>名称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114290" y="153797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佛山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电机厂</a:t>
            </a:r>
            <a:endParaRPr lang="zh-CN" altLang="en-US" dirty="0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检验日期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60" y="2159000"/>
            <a:ext cx="1670050" cy="343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2023</a:t>
            </a:r>
            <a:r>
              <a:rPr lang="en-US" altLang="zh-CN" sz="1200" dirty="0"/>
              <a:t>.</a:t>
            </a:r>
            <a:r>
              <a:rPr lang="zh-CN" altLang="en-US" sz="1200" dirty="0"/>
              <a:t>11</a:t>
            </a:r>
            <a:r>
              <a:rPr lang="en-US" altLang="zh-CN" sz="1200" dirty="0"/>
              <a:t>.</a:t>
            </a:r>
            <a:r>
              <a:rPr lang="zh-CN" altLang="en-US" sz="1200" dirty="0"/>
              <a:t>09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检验员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280" y="2191385"/>
            <a:ext cx="2209800" cy="269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张三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3925" y="2628900"/>
            <a:ext cx="2163445" cy="528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明细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858486" y="54310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858486" y="543109"/>
                <a:ext cx="274680" cy="519840"/>
              </a:xfrm>
              <a:prstGeom prst="rect"/>
            </p:spPr>
          </p:pic>
        </mc:Fallback>
      </mc:AlternateContent>
      <p:graphicFrame>
        <p:nvGraphicFramePr>
          <p:cNvPr id="7" name="表格 6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​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2023</a:t>
                      </a:r>
                      <a:r>
                        <a:rPr lang="zh-CN" altLang="en-US" sz="1100"/>
                        <a:t>年</a:t>
                      </a:r>
                      <a:r>
                        <a:rPr lang="en-US" altLang="zh-CN" sz="1100"/>
                        <a:t>11</a:t>
                      </a:r>
                      <a:r>
                        <a:rPr lang="zh-CN" altLang="en-US" sz="1100"/>
                        <a:t>月</a:t>
                      </a:r>
                      <a:r>
                        <a:rPr lang="en-US" altLang="zh-CN" sz="1100"/>
                        <a:t>09</a:t>
                      </a:r>
                      <a:r>
                        <a:rPr lang="zh-CN" altLang="en-US" sz="1100"/>
                        <a:t>日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2023</a:t>
                      </a:r>
                      <a:r>
                        <a:rPr lang="zh-CN" altLang="en-US" sz="1100"/>
                        <a:t>年</a:t>
                      </a:r>
                      <a:r>
                        <a:rPr lang="en-US" altLang="zh-CN" sz="1100"/>
                        <a:t>11</a:t>
                      </a:r>
                      <a:r>
                        <a:rPr lang="zh-CN" altLang="en-US" sz="1100"/>
                        <a:t>月</a:t>
                      </a:r>
                      <a:r>
                        <a:rPr lang="en-US" altLang="zh-CN" sz="1100"/>
                        <a:t>09</a:t>
                      </a:r>
                      <a:r>
                        <a:rPr lang="zh-CN" altLang="en-US" sz="1100"/>
                        <a:t>日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" y="3284220"/>
            <a:ext cx="8661400" cy="1463040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1438275" y="2145030"/>
            <a:ext cx="7309485" cy="36080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328825" y="2824796"/>
            <a:ext cx="609125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是否自动下推 </a:t>
            </a:r>
            <a:endParaRPr lang="en-US" altLang="zh-CN" sz="3600" dirty="0"/>
          </a:p>
          <a:p>
            <a:r>
              <a:rPr lang="zh-CN" altLang="en-US" sz="3600" dirty="0"/>
              <a:t>采购入库单</a:t>
            </a:r>
            <a:endParaRPr lang="zh-CN" altLang="en-US" sz="3600" dirty="0"/>
          </a:p>
        </p:txBody>
      </p:sp>
      <p:sp>
        <p:nvSpPr>
          <p:cNvPr id="41" name="矩形 40"/>
          <p:cNvSpPr/>
          <p:nvPr/>
        </p:nvSpPr>
        <p:spPr>
          <a:xfrm>
            <a:off x="1820185" y="4560688"/>
            <a:ext cx="2214880" cy="6004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6132213" y="4560688"/>
            <a:ext cx="2214880" cy="6004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否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、采购入库单（仓管员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前）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619885" cy="277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入库单单号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RK-20231109-088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280" y="1199515"/>
            <a:ext cx="1623695" cy="290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</a:t>
            </a:r>
            <a:r>
              <a:rPr lang="zh-CN" altLang="en-US" sz="1400" dirty="0"/>
              <a:t>采购订单号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29890" y="1524000"/>
            <a:ext cx="2018030" cy="304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ym typeface="+mn-ea"/>
              </a:rPr>
              <a:t>RC-20231109-012</a:t>
            </a:r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521185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关联检验单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018405" y="1546225"/>
            <a:ext cx="2250440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ym typeface="+mn-ea"/>
              </a:rPr>
              <a:t>IQC-20231109-045</a:t>
            </a:r>
            <a:endParaRPr lang="en-US" altLang="zh-CN" dirty="0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入库日期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60" y="2159000"/>
            <a:ext cx="1670050" cy="343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2023</a:t>
            </a:r>
            <a:r>
              <a:rPr lang="en-US" altLang="zh-CN" sz="1200" dirty="0"/>
              <a:t>.</a:t>
            </a:r>
            <a:r>
              <a:rPr lang="zh-CN" altLang="en-US" sz="1200" dirty="0"/>
              <a:t>11</a:t>
            </a:r>
            <a:r>
              <a:rPr lang="en-US" altLang="zh-CN" sz="1200" dirty="0"/>
              <a:t>.</a:t>
            </a:r>
            <a:r>
              <a:rPr lang="zh-CN" altLang="en-US" sz="1200" dirty="0"/>
              <a:t>09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入库仓库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280" y="2191385"/>
            <a:ext cx="2209800" cy="269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3925" y="2628900"/>
            <a:ext cx="2163445" cy="528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入库明细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858486" y="54310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858486" y="543109"/>
                <a:ext cx="274680" cy="519840"/>
              </a:xfrm>
              <a:prstGeom prst="rect"/>
            </p:spPr>
          </p:pic>
        </mc:Fallback>
      </mc:AlternateContent>
      <p:graphicFrame>
        <p:nvGraphicFramePr>
          <p:cNvPr id="7" name="表格 6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​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矩形 24"/>
          <p:cNvSpPr/>
          <p:nvPr/>
        </p:nvSpPr>
        <p:spPr>
          <a:xfrm>
            <a:off x="7416576" y="1199479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供应商</a:t>
            </a:r>
            <a:r>
              <a:rPr lang="zh-CN" altLang="en-US" dirty="0"/>
              <a:t>名称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7339330" y="156591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佛山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电机厂</a:t>
            </a:r>
            <a:endParaRPr lang="zh-CN" altLang="en-US" dirty="0"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4445" y="3345180"/>
            <a:ext cx="7924800" cy="396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、采购</a:t>
            </a:r>
            <a:r>
              <a:rPr lang="zh-CN" altLang="en-US" dirty="0"/>
              <a:t>入库单（仓管员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后）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619885" cy="277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入库单单号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835" y="1537978"/>
            <a:ext cx="1925321" cy="225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RK-20231109-088</a:t>
            </a:r>
            <a:endParaRPr lang="en-US" altLang="zh-CN" sz="1400" dirty="0"/>
          </a:p>
        </p:txBody>
      </p:sp>
      <p:sp>
        <p:nvSpPr>
          <p:cNvPr id="11" name="矩形 10"/>
          <p:cNvSpPr/>
          <p:nvPr/>
        </p:nvSpPr>
        <p:spPr>
          <a:xfrm>
            <a:off x="3002280" y="1199515"/>
            <a:ext cx="1623695" cy="290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关联</a:t>
            </a:r>
            <a:r>
              <a:rPr lang="zh-CN" altLang="en-US" sz="1400" dirty="0"/>
              <a:t>采购订单号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929890" y="1524000"/>
            <a:ext cx="2018030" cy="304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ym typeface="+mn-ea"/>
              </a:rPr>
              <a:t>RC-20231109-012</a:t>
            </a:r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521185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关联检验单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018405" y="1546225"/>
            <a:ext cx="2250440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ym typeface="+mn-ea"/>
              </a:rPr>
              <a:t>IQC-20231109-045</a:t>
            </a:r>
            <a:endParaRPr lang="en-US" altLang="zh-CN" dirty="0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3477" y="1857910"/>
            <a:ext cx="1625601" cy="25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入库日期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178560" y="2159000"/>
            <a:ext cx="1670050" cy="343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2023</a:t>
            </a:r>
            <a:r>
              <a:rPr lang="en-US" altLang="zh-CN" sz="1200" dirty="0"/>
              <a:t>.</a:t>
            </a:r>
            <a:r>
              <a:rPr lang="zh-CN" altLang="en-US" sz="1200" dirty="0"/>
              <a:t>11</a:t>
            </a:r>
            <a:r>
              <a:rPr lang="en-US" altLang="zh-CN" sz="1200" dirty="0"/>
              <a:t>.</a:t>
            </a:r>
            <a:r>
              <a:rPr lang="zh-CN" altLang="en-US" sz="1200" dirty="0"/>
              <a:t>09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030220" y="1898015"/>
            <a:ext cx="1642745" cy="2444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入库仓库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3002280" y="2191385"/>
            <a:ext cx="2209800" cy="269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原材料仓（</a:t>
            </a:r>
            <a:r>
              <a:rPr lang="en-US" altLang="zh-CN" sz="1200" dirty="0"/>
              <a:t>A</a:t>
            </a:r>
            <a:r>
              <a:rPr lang="zh-CN" altLang="en-US" sz="1200" dirty="0"/>
              <a:t>区）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3925" y="2628900"/>
            <a:ext cx="2163445" cy="528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入库明细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858486" y="54310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858486" y="543109"/>
                <a:ext cx="274680" cy="519840"/>
              </a:xfrm>
              <a:prstGeom prst="rect"/>
            </p:spPr>
          </p:pic>
        </mc:Fallback>
      </mc:AlternateContent>
      <p:graphicFrame>
        <p:nvGraphicFramePr>
          <p:cNvPr id="7" name="表格 6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​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矩形 24"/>
          <p:cNvSpPr/>
          <p:nvPr/>
        </p:nvSpPr>
        <p:spPr>
          <a:xfrm>
            <a:off x="7416576" y="1199479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供应商</a:t>
            </a:r>
            <a:r>
              <a:rPr lang="zh-CN" altLang="en-US" dirty="0"/>
              <a:t>名称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7339330" y="156591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佛山</a:t>
            </a:r>
            <a:r>
              <a:rPr lang="en-US" altLang="zh-CN" dirty="0">
                <a:sym typeface="+mn-ea"/>
              </a:rPr>
              <a:t>XX</a:t>
            </a:r>
            <a:r>
              <a:rPr lang="zh-CN" altLang="en-US" dirty="0">
                <a:sym typeface="+mn-ea"/>
              </a:rPr>
              <a:t>电机厂</a:t>
            </a:r>
            <a:endParaRPr lang="zh-CN" altLang="en-US" dirty="0">
              <a:sym typeface="+mn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" y="3284220"/>
            <a:ext cx="8523605" cy="15284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、月度销售计划（销售总监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前）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619885" cy="277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计划名称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925" y="1537970"/>
            <a:ext cx="2808605" cy="279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" name="矩形 12"/>
          <p:cNvSpPr/>
          <p:nvPr/>
        </p:nvSpPr>
        <p:spPr>
          <a:xfrm>
            <a:off x="482577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适用月份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333240" y="1507490"/>
            <a:ext cx="2767965" cy="485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3925" y="2465705"/>
            <a:ext cx="2163445" cy="3803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销售</a:t>
            </a:r>
            <a:r>
              <a:rPr lang="zh-CN" altLang="en-US" dirty="0"/>
              <a:t>计划明细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858486" y="54310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858486" y="543109"/>
                <a:ext cx="274680" cy="519840"/>
              </a:xfrm>
              <a:prstGeom prst="rect"/>
            </p:spPr>
          </p:pic>
        </mc:Fallback>
      </mc:AlternateContent>
      <p:graphicFrame>
        <p:nvGraphicFramePr>
          <p:cNvPr id="7" name="表格 6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​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矩形 24"/>
          <p:cNvSpPr/>
          <p:nvPr/>
        </p:nvSpPr>
        <p:spPr>
          <a:xfrm>
            <a:off x="7416576" y="1199479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编制日期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7339330" y="156591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2023年10月25日</a:t>
            </a:r>
            <a:endParaRPr lang="zh-CN" altLang="en-US" dirty="0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440" y="3077845"/>
            <a:ext cx="8814435" cy="425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058" y="577571"/>
            <a:ext cx="8748043" cy="57025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102086"/>
            <a:ext cx="4704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r>
              <a:rPr lang="zh-CN" altLang="en-US" dirty="0"/>
              <a:t>、月度销售计划（销售总监</a:t>
            </a:r>
            <a:r>
              <a:rPr lang="en-US" altLang="zh-CN" dirty="0"/>
              <a:t>-</a:t>
            </a:r>
            <a:r>
              <a:rPr lang="zh-CN" altLang="en-US" dirty="0"/>
              <a:t>填写</a:t>
            </a:r>
            <a:r>
              <a:rPr lang="zh-CN" altLang="en-US" dirty="0"/>
              <a:t>后）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78560" y="1243330"/>
            <a:ext cx="1619885" cy="277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计划名称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923925" y="1537970"/>
            <a:ext cx="2808605" cy="279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2023年11月标准产品销售计划</a:t>
            </a:r>
            <a:endParaRPr lang="zh-CN" altLang="en-US" sz="1400" dirty="0"/>
          </a:p>
        </p:txBody>
      </p:sp>
      <p:sp>
        <p:nvSpPr>
          <p:cNvPr id="13" name="矩形 12"/>
          <p:cNvSpPr/>
          <p:nvPr/>
        </p:nvSpPr>
        <p:spPr>
          <a:xfrm>
            <a:off x="4825776" y="1200114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适用月份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333240" y="1507490"/>
            <a:ext cx="2767965" cy="485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2023年11月01日 -</a:t>
            </a:r>
            <a:endParaRPr lang="zh-CN" altLang="en-US" dirty="0">
              <a:sym typeface="+mn-ea"/>
            </a:endParaRPr>
          </a:p>
          <a:p>
            <a:pPr algn="ctr"/>
            <a:r>
              <a:rPr lang="zh-CN" altLang="en-US" dirty="0">
                <a:sym typeface="+mn-ea"/>
              </a:rPr>
              <a:t> 2023年11月30日</a:t>
            </a:r>
            <a:endParaRPr lang="zh-CN" altLang="en-US" dirty="0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墨迹 26"/>
              <p14:cNvContentPartPr/>
              <p14:nvPr/>
            </p14:nvContentPartPr>
            <p14:xfrm>
              <a:off x="7223400" y="2552400"/>
              <a:ext cx="274320" cy="1508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"/>
            </p:blipFill>
            <p:spPr>
              <a:xfrm>
                <a:off x="7223400" y="2552400"/>
                <a:ext cx="274320" cy="150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8" name="墨迹 27"/>
              <p14:cNvContentPartPr/>
              <p14:nvPr/>
            </p14:nvContentPartPr>
            <p14:xfrm>
              <a:off x="7855920" y="2590560"/>
              <a:ext cx="304560" cy="12708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"/>
            </p:blipFill>
            <p:spPr>
              <a:xfrm>
                <a:off x="7855920" y="2590560"/>
                <a:ext cx="304560" cy="127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9" name="墨迹 28"/>
              <p14:cNvContentPartPr/>
              <p14:nvPr/>
            </p14:nvContentPartPr>
            <p14:xfrm>
              <a:off x="8747640" y="2628720"/>
              <a:ext cx="199080" cy="1504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7"/>
            </p:blipFill>
            <p:spPr>
              <a:xfrm>
                <a:off x="8747640" y="2628720"/>
                <a:ext cx="199080" cy="15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30" name="墨迹 29"/>
              <p14:cNvContentPartPr/>
              <p14:nvPr/>
            </p14:nvContentPartPr>
            <p14:xfrm>
              <a:off x="1325520" y="3863160"/>
              <a:ext cx="272520" cy="3405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9"/>
            </p:blipFill>
            <p:spPr>
              <a:xfrm>
                <a:off x="1325520" y="3863160"/>
                <a:ext cx="272520" cy="340560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1820036" y="645050"/>
            <a:ext cx="729260" cy="230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填写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3925" y="2465705"/>
            <a:ext cx="2163445" cy="3803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销售</a:t>
            </a:r>
            <a:r>
              <a:rPr lang="zh-CN" altLang="en-US" dirty="0"/>
              <a:t>计划明细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33" name="墨迹 32"/>
              <p14:cNvContentPartPr/>
              <p14:nvPr/>
            </p14:nvContentPartPr>
            <p14:xfrm>
              <a:off x="2858486" y="543109"/>
              <a:ext cx="274680" cy="51984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1"/>
            </p:blipFill>
            <p:spPr>
              <a:xfrm>
                <a:off x="2858486" y="543109"/>
                <a:ext cx="274680" cy="519840"/>
              </a:xfrm>
              <a:prstGeom prst="rect"/>
            </p:spPr>
          </p:pic>
        </mc:Fallback>
      </mc:AlternateContent>
      <p:graphicFrame>
        <p:nvGraphicFramePr>
          <p:cNvPr id="7" name="表格 6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​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矩形 24"/>
          <p:cNvSpPr/>
          <p:nvPr/>
        </p:nvSpPr>
        <p:spPr>
          <a:xfrm>
            <a:off x="7416576" y="1199479"/>
            <a:ext cx="1782618" cy="289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编制日期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7339330" y="1565910"/>
            <a:ext cx="2108835" cy="3644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2023年10月25日</a:t>
            </a:r>
            <a:endParaRPr lang="zh-CN" altLang="en-US" dirty="0"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8560" y="3030220"/>
            <a:ext cx="7724775" cy="1664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1792</Words>
  <Application>WPS 演示</Application>
  <PresentationFormat>宽屏</PresentationFormat>
  <Paragraphs>467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WPS_1647086359</cp:lastModifiedBy>
  <cp:revision>157</cp:revision>
  <dcterms:created xsi:type="dcterms:W3CDTF">2019-06-19T02:08:00Z</dcterms:created>
  <dcterms:modified xsi:type="dcterms:W3CDTF">2026-06-08T06:59:49Z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5E14E19C04EE42C8B0CD7B00C733EAA6_11</vt:lpwstr>
  </property>
</Properties>
</file>